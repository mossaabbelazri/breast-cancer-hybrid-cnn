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  <p:sldId id="271" r:id="rId18"/>
  </p:sldIdLst>
  <p:sldSz cx="12192000" cy="6858000"/>
  <p:notesSz cx="6858000" cy="9144000"/>
  <p:defaultTextStyle>
    <a:defPPr>
      <a:defRPr lang="en-M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65"/>
  </p:normalViewPr>
  <p:slideViewPr>
    <p:cSldViewPr snapToGrid="0">
      <p:cViewPr varScale="1">
        <p:scale>
          <a:sx n="108" d="100"/>
          <a:sy n="108" d="100"/>
        </p:scale>
        <p:origin x="8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95DC2-8DB7-D235-69FA-D7C161FA36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4F14BE-A912-538E-8205-F06D1A324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2C3F2-5E91-438E-3A88-361680838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50114-3C86-744D-B362-1238B697F0AE}" type="datetimeFigureOut">
              <a:rPr lang="en-MA" smtClean="0"/>
              <a:t>17/3/2026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BD4C4-D167-484D-AD07-28A190DE0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40158-AC12-EBD4-08F1-2A2BE9FC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05C3A-5132-1B4B-B82A-9D8F4B370ABB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417449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3E95-F9FC-F764-75E0-11417F38D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28457-7096-3C9E-0065-DA53EEB03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C9D61-6C21-60ED-4C54-9364BCCC2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50114-3C86-744D-B362-1238B697F0AE}" type="datetimeFigureOut">
              <a:rPr lang="en-MA" smtClean="0"/>
              <a:t>17/3/2026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9679A-C9CF-EAC1-6500-24CD73F3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A2A41-FBDF-2AE8-424F-E3550642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05C3A-5132-1B4B-B82A-9D8F4B370ABB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548257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646F7-7B31-4409-9D34-023F9E7B1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8483A-E12A-0203-71CD-D0F125AD6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B2A92-47FA-A76D-338E-C35DCF78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50114-3C86-744D-B362-1238B697F0AE}" type="datetimeFigureOut">
              <a:rPr lang="en-MA" smtClean="0"/>
              <a:t>17/3/2026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7ED0D-08AC-F906-0F23-630487F9E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843B1-FE43-2F61-A1A9-861201C7D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05C3A-5132-1B4B-B82A-9D8F4B370ABB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495051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3C29D-48E5-38F4-EA63-7982BA361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03FDD-5D1E-10FC-C34D-BF5D4F433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11E84-E0BA-EECA-A48E-8928660AC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31B1B-BCD1-FB0C-FCFE-3D0FD0D03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50114-3C86-744D-B362-1238B697F0AE}" type="datetimeFigureOut">
              <a:rPr lang="en-MA" smtClean="0"/>
              <a:t>17/3/2026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9584E-EEDE-CE04-0485-9A954CFA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CB1BA-F659-D75E-0341-ECD7E7932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05C3A-5132-1B4B-B82A-9D8F4B370ABB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6743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CC427-8BD4-77B6-EBF9-48E7A260B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C5071-4228-AA4F-7F4B-389C112EE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EF592-E9FE-DA11-8C15-9A70868F5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C6809A-4409-ACD7-C93B-96A6DD662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377F2C-16B9-7B7F-204B-272CDFFA5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D11373-F440-14D8-29E9-74ED1B3DF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50114-3C86-744D-B362-1238B697F0AE}" type="datetimeFigureOut">
              <a:rPr lang="en-MA" smtClean="0"/>
              <a:t>17/3/2026</a:t>
            </a:fld>
            <a:endParaRPr lang="en-M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7AD719-684F-D7FF-DEC8-D56E79742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D8D34-A04E-707C-7B2C-BCB4D895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05C3A-5132-1B4B-B82A-9D8F4B370ABB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4202891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57363-720E-E7B5-DE4A-99F65233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B5A9CD-48B0-370E-0B7E-0B37343BF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50114-3C86-744D-B362-1238B697F0AE}" type="datetimeFigureOut">
              <a:rPr lang="en-MA" smtClean="0"/>
              <a:t>17/3/2026</a:t>
            </a:fld>
            <a:endParaRPr lang="en-M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C91AB-5395-60CB-C703-CFD5F7BC8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E7A42-61E9-8C3A-37BA-85BE463A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05C3A-5132-1B4B-B82A-9D8F4B370ABB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4238322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BDDB3-A5C9-230E-9868-77E50BBF1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50114-3C86-744D-B362-1238B697F0AE}" type="datetimeFigureOut">
              <a:rPr lang="en-MA" smtClean="0"/>
              <a:t>17/3/2026</a:t>
            </a:fld>
            <a:endParaRPr lang="en-M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9DB347-841E-F461-5E60-977AE755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BD883-47F9-46A6-80E5-203920E6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05C3A-5132-1B4B-B82A-9D8F4B370ABB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918635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46A7-0AC5-05CE-0E51-508A412CB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C2442-A116-9766-1EAE-ECC2211B2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A52F5-524F-729B-D2D4-9A2FB558C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99DDA-1D67-FAD7-03B9-5F27656EC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50114-3C86-744D-B362-1238B697F0AE}" type="datetimeFigureOut">
              <a:rPr lang="en-MA" smtClean="0"/>
              <a:t>17/3/2026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A7C38-2C45-ADC9-B4B4-13DC20F52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4063-95B8-DBCC-9308-518CF19A8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05C3A-5132-1B4B-B82A-9D8F4B370ABB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397052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B3322-5329-528F-56F5-9EFA45057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12E13B-E3E6-88DC-1E31-ECD2291438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96F84-A365-3C58-39C0-E65CE1ABA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B3847-F805-3B4B-EBCA-DB1CC5F57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50114-3C86-744D-B362-1238B697F0AE}" type="datetimeFigureOut">
              <a:rPr lang="en-MA" smtClean="0"/>
              <a:t>17/3/2026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DBDD8-A3FD-9D86-A391-A08978F5F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84898-B2BA-B857-CF80-FD8DFBCA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05C3A-5132-1B4B-B82A-9D8F4B370ABB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4218379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18B09-F4D3-98A4-7C23-45BBC86A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B368A-ADB3-90F4-D223-E565A7FF8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BE23C-BC9E-3F30-0B07-34AF3F529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50114-3C86-744D-B362-1238B697F0AE}" type="datetimeFigureOut">
              <a:rPr lang="en-MA" smtClean="0"/>
              <a:t>17/3/2026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AF412-841B-00B4-1C65-FC72150F9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0ECFD-30DE-B45E-9855-536FF61FB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05C3A-5132-1B4B-B82A-9D8F4B370ABB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880412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8970D9-D268-B62E-7ED7-B19842C3D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C2C0-0A37-D714-CF15-355253690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32253-7839-EB65-4507-60194E5B9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50114-3C86-744D-B362-1238B697F0AE}" type="datetimeFigureOut">
              <a:rPr lang="en-MA" smtClean="0"/>
              <a:t>17/3/2026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9A8D-26F6-E50F-E8AA-2D6B27F1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26998-E9ED-6D08-646A-AD64A5028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05C3A-5132-1B4B-B82A-9D8F4B370ABB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4277150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754CA5-99A7-B9BC-A398-1413368B2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F45D6-55E1-CAA4-6B73-9B599E57D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EFB10-6A93-5BD5-4BEB-5956C69C1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450114-3C86-744D-B362-1238B697F0AE}" type="datetimeFigureOut">
              <a:rPr lang="en-MA" smtClean="0"/>
              <a:t>17/3/2026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14486-BAD6-AFA6-7FD6-89409AF9A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A0154-F504-0639-4B7B-F5715597D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05C3A-5132-1B4B-B82A-9D8F4B370ABB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943457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F0B3-4269-F3D2-433B-F2A6A5784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noProof="1"/>
              <a:t>Slide 1 — Titre</a:t>
            </a:r>
            <a:r>
              <a:rPr lang="fr-FR" noProof="1">
                <a:effectLst/>
              </a:rPr>
              <a:t> </a:t>
            </a:r>
            <a:endParaRPr lang="fr-FR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D9F89-DF6A-830B-6257-EE4E64529A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fr-FR" noProof="1"/>
              <a:t>Titre du projet</a:t>
            </a:r>
          </a:p>
          <a:p>
            <a:pPr lvl="0"/>
            <a:r>
              <a:rPr lang="fr-FR" noProof="1"/>
              <a:t>Noms des étudiants</a:t>
            </a:r>
          </a:p>
          <a:p>
            <a:pPr lvl="0"/>
            <a:r>
              <a:rPr lang="fr-FR" noProof="1"/>
              <a:t>Filière / Module</a:t>
            </a:r>
          </a:p>
          <a:p>
            <a:pPr lvl="0"/>
            <a:r>
              <a:rPr lang="fr-FR" noProof="1"/>
              <a:t>Encadrant</a:t>
            </a:r>
          </a:p>
        </p:txBody>
      </p:sp>
    </p:spTree>
    <p:extLst>
      <p:ext uri="{BB962C8B-B14F-4D97-AF65-F5344CB8AC3E}">
        <p14:creationId xmlns:p14="http://schemas.microsoft.com/office/powerpoint/2010/main" val="1158670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2400D-C8F0-201A-45AB-DE87782B7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1440C-D3D0-664C-5443-CBADDA9462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noProof="1"/>
              <a:t>Plan</a:t>
            </a:r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4294472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E7984-9B9E-CAA7-0CC4-33FF6E80F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B85BE-E0AB-1FD5-76C1-60E1CFA08B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noProof="1"/>
              <a:t>Slide 2 — Contexte &amp; motivation</a:t>
            </a:r>
            <a:r>
              <a:rPr lang="fr-FR" noProof="1">
                <a:effectLst/>
              </a:rPr>
              <a:t> </a:t>
            </a:r>
            <a:endParaRPr lang="fr-FR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49BCF-6EBD-DC3B-8FCB-BC36663156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noProof="1"/>
              <a:t>Problématique réelle (eau, environnement, climat)</a:t>
            </a:r>
          </a:p>
          <a:p>
            <a:pPr lvl="0"/>
            <a:r>
              <a:rPr lang="fr-FR" noProof="1"/>
              <a:t>Importance scientifique et sociétale</a:t>
            </a:r>
          </a:p>
          <a:p>
            <a:pPr lvl="0"/>
            <a:r>
              <a:rPr lang="fr-FR" noProof="1"/>
              <a:t>Pourquoi ce sujet est important ?</a:t>
            </a:r>
          </a:p>
        </p:txBody>
      </p:sp>
    </p:spTree>
    <p:extLst>
      <p:ext uri="{BB962C8B-B14F-4D97-AF65-F5344CB8AC3E}">
        <p14:creationId xmlns:p14="http://schemas.microsoft.com/office/powerpoint/2010/main" val="3930547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C5BF9-2137-76E9-76F1-8322F5A42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77474-374A-FD74-115E-3324B1EB90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noProof="1"/>
              <a:t>Slide 3 — Objectifs du projet</a:t>
            </a:r>
            <a:r>
              <a:rPr lang="fr-FR" noProof="1">
                <a:effectLst/>
              </a:rPr>
              <a:t> </a:t>
            </a:r>
            <a:endParaRPr lang="fr-FR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823F3F-8AD6-EC50-C52A-66111F3FE7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noProof="1"/>
              <a:t>Objectif principal</a:t>
            </a:r>
          </a:p>
          <a:p>
            <a:pPr lvl="0"/>
            <a:r>
              <a:rPr lang="fr-FR" noProof="1"/>
              <a:t>Objectifs spécifiques (2–3 points max)</a:t>
            </a:r>
          </a:p>
        </p:txBody>
      </p:sp>
    </p:spTree>
    <p:extLst>
      <p:ext uri="{BB962C8B-B14F-4D97-AF65-F5344CB8AC3E}">
        <p14:creationId xmlns:p14="http://schemas.microsoft.com/office/powerpoint/2010/main" val="1758873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EDA38-2460-B900-DEE2-977A5EA2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04E52-7A16-8955-D285-4FAE37D262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noProof="1"/>
              <a:t>Slide 4 — Description du phénomène étudié</a:t>
            </a:r>
            <a:endParaRPr lang="fr-FR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749388-0A00-1541-4ECD-C3372CDB9F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noProof="1"/>
              <a:t>Explication physique / environnementale</a:t>
            </a:r>
          </a:p>
          <a:p>
            <a:pPr lvl="0"/>
            <a:r>
              <a:rPr lang="fr-FR" noProof="1"/>
              <a:t>Schéma ou illustration</a:t>
            </a:r>
          </a:p>
        </p:txBody>
      </p:sp>
    </p:spTree>
    <p:extLst>
      <p:ext uri="{BB962C8B-B14F-4D97-AF65-F5344CB8AC3E}">
        <p14:creationId xmlns:p14="http://schemas.microsoft.com/office/powerpoint/2010/main" val="2631979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A2D60-8275-36E1-D32A-9359FCF8C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784F1-D152-6C19-94CC-A79623F8C9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noProof="1"/>
              <a:t>Slide 5 — Données utilisées</a:t>
            </a:r>
            <a:endParaRPr lang="fr-FR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46774-E114-1EC1-B1D2-8610D4C100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noProof="1"/>
              <a:t>Type de données, source, résolution</a:t>
            </a:r>
          </a:p>
          <a:p>
            <a:pPr lvl="0"/>
            <a:r>
              <a:rPr lang="fr-FR" noProof="1"/>
              <a:t>Variables principales</a:t>
            </a:r>
          </a:p>
        </p:txBody>
      </p:sp>
    </p:spTree>
    <p:extLst>
      <p:ext uri="{BB962C8B-B14F-4D97-AF65-F5344CB8AC3E}">
        <p14:creationId xmlns:p14="http://schemas.microsoft.com/office/powerpoint/2010/main" val="1074762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B520D-093B-6B39-53E0-954BDC50C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6668D-0407-F1BB-47BF-E298D5B772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noProof="1"/>
              <a:t>Slide 6 — Prétraitement des données</a:t>
            </a:r>
            <a:endParaRPr lang="fr-FR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ABC19-EED7-E4DE-21F3-7BF40AEEE7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noProof="1"/>
              <a:t>Nettoyage, normalisation</a:t>
            </a:r>
          </a:p>
          <a:p>
            <a:pPr lvl="0"/>
            <a:r>
              <a:rPr lang="fr-FR" noProof="1"/>
              <a:t>Gestion des valeurs manquantes</a:t>
            </a:r>
          </a:p>
        </p:txBody>
      </p:sp>
    </p:spTree>
    <p:extLst>
      <p:ext uri="{BB962C8B-B14F-4D97-AF65-F5344CB8AC3E}">
        <p14:creationId xmlns:p14="http://schemas.microsoft.com/office/powerpoint/2010/main" val="2963852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43E53-7472-39F8-0955-E71EF5277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3A133-8840-9EDB-BC7A-BB573E6C64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noProof="1"/>
              <a:t>Slide 7 — Modèles utilisés</a:t>
            </a:r>
            <a:endParaRPr lang="fr-FR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A155A9-D8F8-C94E-84FC-8A0221510C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noProof="1"/>
              <a:t>Modèle physique / statistique / IA</a:t>
            </a:r>
          </a:p>
          <a:p>
            <a:pPr lvl="0"/>
            <a:r>
              <a:rPr lang="fr-FR" noProof="1"/>
              <a:t>Justification du choix</a:t>
            </a:r>
          </a:p>
          <a:p>
            <a:pPr lvl="0"/>
            <a:r>
              <a:rPr lang="fr-FR" noProof="1"/>
              <a:t>Références rapides</a:t>
            </a:r>
          </a:p>
        </p:txBody>
      </p:sp>
    </p:spTree>
    <p:extLst>
      <p:ext uri="{BB962C8B-B14F-4D97-AF65-F5344CB8AC3E}">
        <p14:creationId xmlns:p14="http://schemas.microsoft.com/office/powerpoint/2010/main" val="1048213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B456C-987C-D70B-8A52-DAE19A86B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46C49-F43C-C57A-94F4-228889987E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noProof="1"/>
              <a:t>Slide 8 — Méthodologie globale</a:t>
            </a:r>
            <a:endParaRPr lang="fr-FR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AE960-F992-757F-8AAC-28D7EF98C7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noProof="1"/>
              <a:t>Pipeline du projet</a:t>
            </a:r>
          </a:p>
          <a:p>
            <a:pPr lvl="0"/>
            <a:r>
              <a:rPr lang="fr-FR" noProof="1"/>
              <a:t>Schéma du workflow</a:t>
            </a:r>
          </a:p>
        </p:txBody>
      </p:sp>
    </p:spTree>
    <p:extLst>
      <p:ext uri="{BB962C8B-B14F-4D97-AF65-F5344CB8AC3E}">
        <p14:creationId xmlns:p14="http://schemas.microsoft.com/office/powerpoint/2010/main" val="2984090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74B98-8159-06E1-5D51-161E5A780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68986-C30F-1754-6AC9-CBB45E7EEF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noProof="1"/>
              <a:t>Slide 9 — Techniques Python appliquées</a:t>
            </a:r>
            <a:r>
              <a:rPr lang="fr-FR" noProof="1">
                <a:effectLst/>
              </a:rPr>
              <a:t> </a:t>
            </a:r>
            <a:endParaRPr lang="fr-FR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A5752-9678-47C5-CA3F-008171AE0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80474"/>
          </a:xfrm>
        </p:spPr>
        <p:txBody>
          <a:bodyPr>
            <a:normAutofit lnSpcReduction="10000"/>
          </a:bodyPr>
          <a:lstStyle/>
          <a:p>
            <a:pPr lvl="0"/>
            <a:r>
              <a:rPr lang="fr-FR" noProof="1"/>
              <a:t>Bibliothèques principales utilisées</a:t>
            </a:r>
          </a:p>
          <a:p>
            <a:pPr lvl="0"/>
            <a:r>
              <a:rPr lang="fr-FR" noProof="1"/>
              <a:t>Description des algorithmes ou fonctions Python clés</a:t>
            </a:r>
          </a:p>
          <a:p>
            <a:pPr lvl="0"/>
            <a:r>
              <a:rPr lang="fr-FR" b="1" noProof="1">
                <a:solidFill>
                  <a:srgbClr val="FF0000"/>
                </a:solidFill>
              </a:rPr>
              <a:t>Raisonnement du code :</a:t>
            </a:r>
          </a:p>
          <a:p>
            <a:pPr lvl="1"/>
            <a:r>
              <a:rPr lang="fr-FR" b="1" noProof="1">
                <a:solidFill>
                  <a:srgbClr val="FF0000"/>
                </a:solidFill>
              </a:rPr>
              <a:t>Comment les données sont manipulées</a:t>
            </a:r>
          </a:p>
          <a:p>
            <a:pPr lvl="1"/>
            <a:r>
              <a:rPr lang="fr-FR" b="1" noProof="1">
                <a:solidFill>
                  <a:srgbClr val="FF0000"/>
                </a:solidFill>
              </a:rPr>
              <a:t>Comment les calculs ou modèles sont implémentés</a:t>
            </a:r>
          </a:p>
          <a:p>
            <a:pPr lvl="1"/>
            <a:r>
              <a:rPr lang="fr-FR" b="1" noProof="1">
                <a:solidFill>
                  <a:srgbClr val="FF0000"/>
                </a:solidFill>
              </a:rPr>
              <a:t>Comment les résultats sont visualisés</a:t>
            </a:r>
          </a:p>
          <a:p>
            <a:r>
              <a:rPr lang="fr-FR" noProof="1"/>
              <a:t>Éventuellement capture de snippets de code pertinents (facultatif</a:t>
            </a:r>
            <a:r>
              <a:rPr lang="fr-FR" noProof="1">
                <a:effectLst/>
              </a:rPr>
              <a:t> </a:t>
            </a:r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2009267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6068A-DE8C-A78A-70AF-A19725946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D71FF-52AA-8B11-0BF3-E4ADCEB83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noProof="1"/>
              <a:t>Slide 10 — Implémentation Python</a:t>
            </a:r>
            <a:endParaRPr lang="fr-FR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9E7C60-B5CD-7C00-870D-6CA6949F9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80474"/>
          </a:xfrm>
        </p:spPr>
        <p:txBody>
          <a:bodyPr>
            <a:normAutofit/>
          </a:bodyPr>
          <a:lstStyle/>
          <a:p>
            <a:pPr lvl="0"/>
            <a:r>
              <a:rPr lang="fr-FR" noProof="1"/>
              <a:t>Architecture du code (modules, classes, fonctions)</a:t>
            </a:r>
          </a:p>
          <a:p>
            <a:pPr lvl="0"/>
            <a:r>
              <a:rPr lang="fr-FR" noProof="1"/>
              <a:t>Organisation globale</a:t>
            </a:r>
          </a:p>
        </p:txBody>
      </p:sp>
    </p:spTree>
    <p:extLst>
      <p:ext uri="{BB962C8B-B14F-4D97-AF65-F5344CB8AC3E}">
        <p14:creationId xmlns:p14="http://schemas.microsoft.com/office/powerpoint/2010/main" val="2449347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1B94-6474-675C-25CA-FC5E3FB1A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B71D5-E33A-D332-B266-3083379B7C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noProof="1"/>
              <a:t>Slide 11 — Résultats principaux</a:t>
            </a:r>
            <a:endParaRPr lang="fr-FR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D3430-6543-0A31-5D8C-E571514FEB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80474"/>
          </a:xfrm>
        </p:spPr>
        <p:txBody>
          <a:bodyPr>
            <a:normAutofit/>
          </a:bodyPr>
          <a:lstStyle/>
          <a:p>
            <a:pPr lvl="0"/>
            <a:r>
              <a:rPr lang="fr-FR" noProof="1"/>
              <a:t>Courbes / cartes / indices</a:t>
            </a:r>
          </a:p>
          <a:p>
            <a:pPr lvl="0"/>
            <a:r>
              <a:rPr lang="fr-FR" noProof="1"/>
              <a:t>Comparaison observé vs simulé/prédit</a:t>
            </a:r>
          </a:p>
        </p:txBody>
      </p:sp>
    </p:spTree>
    <p:extLst>
      <p:ext uri="{BB962C8B-B14F-4D97-AF65-F5344CB8AC3E}">
        <p14:creationId xmlns:p14="http://schemas.microsoft.com/office/powerpoint/2010/main" val="712824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B7564-BDA4-32C5-1A5D-738065321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7FCE8-58C5-D9D7-E44C-4AA17BB160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noProof="1"/>
              <a:t>Slide 12 — Évaluation des performances</a:t>
            </a:r>
            <a:endParaRPr lang="fr-FR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C5684-FE22-D574-7DF7-C81415A46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80474"/>
          </a:xfrm>
        </p:spPr>
        <p:txBody>
          <a:bodyPr>
            <a:normAutofit/>
          </a:bodyPr>
          <a:lstStyle/>
          <a:p>
            <a:pPr lvl="0"/>
            <a:r>
              <a:rPr lang="fr-FR" noProof="1"/>
              <a:t>Indicateurs (RMSE, R², NSE…)</a:t>
            </a:r>
          </a:p>
          <a:p>
            <a:pPr lvl="0"/>
            <a:r>
              <a:rPr lang="fr-FR" noProof="1"/>
              <a:t>Interprétation</a:t>
            </a:r>
          </a:p>
        </p:txBody>
      </p:sp>
    </p:spTree>
    <p:extLst>
      <p:ext uri="{BB962C8B-B14F-4D97-AF65-F5344CB8AC3E}">
        <p14:creationId xmlns:p14="http://schemas.microsoft.com/office/powerpoint/2010/main" val="1392467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02461-A90E-B3EF-9357-6AEB4205F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3761-E168-92C2-8CBD-EFE9EB0A15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noProof="1"/>
              <a:t>Slide 13 — Analyse et discussion</a:t>
            </a:r>
            <a:endParaRPr lang="fr-FR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1C4C5D-BA81-D130-1A7A-B96CB2B44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80474"/>
          </a:xfrm>
        </p:spPr>
        <p:txBody>
          <a:bodyPr>
            <a:normAutofit/>
          </a:bodyPr>
          <a:lstStyle/>
          <a:p>
            <a:pPr lvl="0"/>
            <a:r>
              <a:rPr lang="fr-FR" noProof="1"/>
              <a:t>Points forts et limites</a:t>
            </a:r>
          </a:p>
          <a:p>
            <a:pPr lvl="0"/>
            <a:r>
              <a:rPr lang="fr-FR" noProof="1"/>
              <a:t>Sensibilité des paramètres</a:t>
            </a:r>
          </a:p>
        </p:txBody>
      </p:sp>
    </p:spTree>
    <p:extLst>
      <p:ext uri="{BB962C8B-B14F-4D97-AF65-F5344CB8AC3E}">
        <p14:creationId xmlns:p14="http://schemas.microsoft.com/office/powerpoint/2010/main" val="3052992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BF322-8A55-7668-4D6D-0A3FBC752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EAE1-D945-053D-5F7E-02221CB01C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noProof="1"/>
              <a:t>Slide 14 — Demo</a:t>
            </a:r>
            <a:endParaRPr lang="fr-FR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E4F32-CB7D-7A10-583A-D371F6690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80474"/>
          </a:xfrm>
        </p:spPr>
        <p:txBody>
          <a:bodyPr>
            <a:normAutofit/>
          </a:bodyPr>
          <a:lstStyle/>
          <a:p>
            <a:pPr lvl="0"/>
            <a:r>
              <a:rPr lang="fr-FR" noProof="1"/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1334521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A4E48-1DC8-BBF3-4C09-BF292810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0652-26BE-A961-1559-D9D1713E4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noProof="1"/>
              <a:t>Slide 15 — Conclusion</a:t>
            </a:r>
            <a:endParaRPr lang="fr-FR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8F63F-EA33-1D09-3984-49D9A0C91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80474"/>
          </a:xfrm>
        </p:spPr>
        <p:txBody>
          <a:bodyPr>
            <a:normAutofit/>
          </a:bodyPr>
          <a:lstStyle/>
          <a:p>
            <a:pPr lvl="0"/>
            <a:r>
              <a:rPr lang="fr-FR" noProof="1"/>
              <a:t>Résumé en 3 phrases clés</a:t>
            </a:r>
          </a:p>
        </p:txBody>
      </p:sp>
    </p:spTree>
    <p:extLst>
      <p:ext uri="{BB962C8B-B14F-4D97-AF65-F5344CB8AC3E}">
        <p14:creationId xmlns:p14="http://schemas.microsoft.com/office/powerpoint/2010/main" val="3715302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C996-75E5-E573-079D-CE3D1DB9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94397-4A05-5258-D344-D1E2745202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noProof="1"/>
              <a:t>Slide 16 — Reference</a:t>
            </a:r>
            <a:endParaRPr lang="fr-FR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D301DF-D4E9-AF5C-E809-17957D847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80474"/>
          </a:xfrm>
        </p:spPr>
        <p:txBody>
          <a:bodyPr>
            <a:normAutofit/>
          </a:bodyPr>
          <a:lstStyle/>
          <a:p>
            <a:pPr lvl="0"/>
            <a:r>
              <a:rPr lang="fr-FR" noProof="1"/>
              <a:t>Lister 15 references</a:t>
            </a:r>
          </a:p>
        </p:txBody>
      </p:sp>
    </p:spTree>
    <p:extLst>
      <p:ext uri="{BB962C8B-B14F-4D97-AF65-F5344CB8AC3E}">
        <p14:creationId xmlns:p14="http://schemas.microsoft.com/office/powerpoint/2010/main" val="184091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2029</TotalTime>
  <Words>251</Words>
  <Application>Microsoft Macintosh PowerPoint</Application>
  <PresentationFormat>Widescreen</PresentationFormat>
  <Paragraphs>55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Slide 1 — Titre </vt:lpstr>
      <vt:lpstr>Plan</vt:lpstr>
      <vt:lpstr>Slide 2 — Contexte &amp; motivation </vt:lpstr>
      <vt:lpstr>Slide 3 — Objectifs du projet </vt:lpstr>
      <vt:lpstr>Slide 4 — Description du phénomène étudié</vt:lpstr>
      <vt:lpstr>Slide 5 — Données utilisées</vt:lpstr>
      <vt:lpstr>Slide 6 — Prétraitement des données</vt:lpstr>
      <vt:lpstr>Slide 7 — Modèles utilisés</vt:lpstr>
      <vt:lpstr>Slide 8 — Méthodologie globale</vt:lpstr>
      <vt:lpstr>Slide 9 — Techniques Python appliquées </vt:lpstr>
      <vt:lpstr>Slide 10 — Implémentation Python</vt:lpstr>
      <vt:lpstr>Slide 11 — Résultats principaux</vt:lpstr>
      <vt:lpstr>Slide 12 — Évaluation des performances</vt:lpstr>
      <vt:lpstr>Slide 13 — Analyse et discussion</vt:lpstr>
      <vt:lpstr>Slide 14 — Demo</vt:lpstr>
      <vt:lpstr>Slide 15 — Conclusion</vt:lpstr>
      <vt:lpstr>Slide 16 — 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Idriss Moumen</dc:creator>
  <cp:lastModifiedBy>Idriss Moumen</cp:lastModifiedBy>
  <cp:revision>2</cp:revision>
  <dcterms:created xsi:type="dcterms:W3CDTF">2026-01-05T13:09:05Z</dcterms:created>
  <dcterms:modified xsi:type="dcterms:W3CDTF">2026-03-18T22:26:33Z</dcterms:modified>
</cp:coreProperties>
</file>